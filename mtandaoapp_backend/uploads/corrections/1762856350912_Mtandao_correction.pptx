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1" r:id="rId7"/>
    <p:sldId id="263"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204012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278763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1879729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5C24C98-7F44-4E3D-A8A8-ABBF8EF3EB46}"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581321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5C24C98-7F44-4E3D-A8A8-ABBF8EF3EB46}" type="datetimeFigureOut">
              <a:rPr lang="en-US" smtClean="0"/>
              <a:t>12/12/2023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32785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2086115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294892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466323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C24C98-7F44-4E3D-A8A8-ABBF8EF3EB46}"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618432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C24C98-7F44-4E3D-A8A8-ABBF8EF3EB46}" type="datetimeFigureOut">
              <a:rPr lang="en-US" smtClean="0"/>
              <a:t>12/12/2023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32241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873376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51149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2141416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41879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2649398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4094898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5C24C98-7F44-4E3D-A8A8-ABBF8EF3EB46}" type="datetimeFigureOut">
              <a:rPr lang="en-US" smtClean="0"/>
              <a:t>12/12/2023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C508C3-C0E6-4123-B274-86CAD8C4A41B}" type="slidenum">
              <a:rPr lang="en-US" smtClean="0"/>
              <a:t>‹#›</a:t>
            </a:fld>
            <a:endParaRPr lang="en-US"/>
          </a:p>
        </p:txBody>
      </p:sp>
    </p:spTree>
    <p:extLst>
      <p:ext uri="{BB962C8B-B14F-4D97-AF65-F5344CB8AC3E}">
        <p14:creationId xmlns:p14="http://schemas.microsoft.com/office/powerpoint/2010/main" val="350755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5C24C98-7F44-4E3D-A8A8-ABBF8EF3EB46}" type="datetimeFigureOut">
              <a:rPr lang="en-US" smtClean="0"/>
              <a:t>12/12/2023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9C508C3-C0E6-4123-B274-86CAD8C4A41B}" type="slidenum">
              <a:rPr lang="en-US" smtClean="0"/>
              <a:t>‹#›</a:t>
            </a:fld>
            <a:endParaRPr lang="en-US"/>
          </a:p>
        </p:txBody>
      </p:sp>
    </p:spTree>
    <p:extLst>
      <p:ext uri="{BB962C8B-B14F-4D97-AF65-F5344CB8AC3E}">
        <p14:creationId xmlns:p14="http://schemas.microsoft.com/office/powerpoint/2010/main" val="35253104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WEB CRIME REPORTING SYSTEM</a:t>
            </a:r>
            <a:endParaRPr lang="en-US" dirty="0"/>
          </a:p>
        </p:txBody>
      </p:sp>
      <p:sp>
        <p:nvSpPr>
          <p:cNvPr id="3" name="Subtitle 2"/>
          <p:cNvSpPr>
            <a:spLocks noGrp="1"/>
          </p:cNvSpPr>
          <p:nvPr>
            <p:ph type="subTitle" idx="1"/>
          </p:nvPr>
        </p:nvSpPr>
        <p:spPr/>
        <p:txBody>
          <a:bodyPr>
            <a:normAutofit fontScale="70000" lnSpcReduction="20000"/>
          </a:bodyPr>
          <a:lstStyle/>
          <a:p>
            <a:r>
              <a:rPr lang="en-US" dirty="0" smtClean="0"/>
              <a:t>NAME: FADYA SHAURI HAJI</a:t>
            </a:r>
          </a:p>
          <a:p>
            <a:r>
              <a:rPr lang="en-US" dirty="0" smtClean="0"/>
              <a:t>REG: DIT/12/22/014/TZ</a:t>
            </a:r>
            <a:endParaRPr lang="en-US" dirty="0"/>
          </a:p>
          <a:p>
            <a:r>
              <a:rPr lang="en-US" dirty="0" smtClean="0"/>
              <a:t>SUPERVISOR: DR HAJI</a:t>
            </a:r>
            <a:endParaRPr lang="en-US" dirty="0"/>
          </a:p>
        </p:txBody>
      </p:sp>
    </p:spTree>
    <p:extLst>
      <p:ext uri="{BB962C8B-B14F-4D97-AF65-F5344CB8AC3E}">
        <p14:creationId xmlns:p14="http://schemas.microsoft.com/office/powerpoint/2010/main" val="1853883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 OF PROJECT</a:t>
            </a:r>
            <a:endParaRPr lang="en-US" dirty="0"/>
          </a:p>
        </p:txBody>
      </p:sp>
      <p:sp>
        <p:nvSpPr>
          <p:cNvPr id="3" name="Content Placeholder 2"/>
          <p:cNvSpPr>
            <a:spLocks noGrp="1"/>
          </p:cNvSpPr>
          <p:nvPr>
            <p:ph idx="1"/>
          </p:nvPr>
        </p:nvSpPr>
        <p:spPr/>
        <p:txBody>
          <a:bodyPr/>
          <a:lstStyle/>
          <a:p>
            <a:r>
              <a:rPr lang="en-US" dirty="0" smtClean="0"/>
              <a:t>The main purpose of developing the Web Crime Reporting System is for the welfare and safety of the public. Due to some factors in today’s time public sometimes do not trust the government officials, due to this they don’t ever want to go to the station and file a report. So this system will reconstruct the bridge between the two – public and government officials respectively. So now if anyone want to file a complaint or misconduct, they can do it easily from their home.</a:t>
            </a:r>
            <a:endParaRPr lang="en-US" dirty="0"/>
          </a:p>
        </p:txBody>
      </p:sp>
    </p:spTree>
    <p:extLst>
      <p:ext uri="{BB962C8B-B14F-4D97-AF65-F5344CB8AC3E}">
        <p14:creationId xmlns:p14="http://schemas.microsoft.com/office/powerpoint/2010/main" val="1104502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SITUATION</a:t>
            </a:r>
            <a:endParaRPr lang="en-US" dirty="0"/>
          </a:p>
        </p:txBody>
      </p:sp>
      <p:sp>
        <p:nvSpPr>
          <p:cNvPr id="3" name="Content Placeholder 2"/>
          <p:cNvSpPr>
            <a:spLocks noGrp="1"/>
          </p:cNvSpPr>
          <p:nvPr>
            <p:ph idx="1"/>
          </p:nvPr>
        </p:nvSpPr>
        <p:spPr/>
        <p:txBody>
          <a:bodyPr/>
          <a:lstStyle/>
          <a:p>
            <a:r>
              <a:rPr lang="en-US" dirty="0"/>
              <a:t>The existing system of web crime reporting varies by country and jurisdiction. In many places, law enforcement agencies have established online platforms or hotlines for individuals to report web crimes such as cyberbullying, hacking, identity theft, and online fraud. Additionally, some countries have national or regional cybercrime units that </a:t>
            </a:r>
            <a:r>
              <a:rPr lang="en-US" smtClean="0"/>
              <a:t>handle online </a:t>
            </a:r>
            <a:r>
              <a:rPr lang="en-US" dirty="0"/>
              <a:t>crime reporting and investigation. However, the effectiveness and availability of these systems can differ widely. It's important to check with the relevant authorities in your specific location to understand the options available for reporting web crimes.</a:t>
            </a:r>
          </a:p>
        </p:txBody>
      </p:sp>
    </p:spTree>
    <p:extLst>
      <p:ext uri="{BB962C8B-B14F-4D97-AF65-F5344CB8AC3E}">
        <p14:creationId xmlns:p14="http://schemas.microsoft.com/office/powerpoint/2010/main" val="3290129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lstStyle/>
          <a:p>
            <a:r>
              <a:rPr lang="en-US" dirty="0" smtClean="0"/>
              <a:t>There are several crime occurs that people faced and its difficult report according their fears, this permits user to file report, to file any complaint etc.</a:t>
            </a:r>
            <a:endParaRPr lang="en-US" dirty="0"/>
          </a:p>
        </p:txBody>
      </p:sp>
    </p:spTree>
    <p:extLst>
      <p:ext uri="{BB962C8B-B14F-4D97-AF65-F5344CB8AC3E}">
        <p14:creationId xmlns:p14="http://schemas.microsoft.com/office/powerpoint/2010/main" val="4157749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SOLUTION</a:t>
            </a:r>
            <a:endParaRPr lang="en-US" dirty="0"/>
          </a:p>
        </p:txBody>
      </p:sp>
      <p:sp>
        <p:nvSpPr>
          <p:cNvPr id="3" name="Content Placeholder 2"/>
          <p:cNvSpPr>
            <a:spLocks noGrp="1"/>
          </p:cNvSpPr>
          <p:nvPr>
            <p:ph idx="1"/>
          </p:nvPr>
        </p:nvSpPr>
        <p:spPr/>
        <p:txBody>
          <a:bodyPr/>
          <a:lstStyle/>
          <a:p>
            <a:r>
              <a:rPr lang="en-US" dirty="0" smtClean="0"/>
              <a:t>This system will give a sustainable solution to the users, police and victims for managing the crime in a better and structured way.</a:t>
            </a:r>
            <a:endParaRPr lang="en-US" dirty="0"/>
          </a:p>
        </p:txBody>
      </p:sp>
    </p:spTree>
    <p:extLst>
      <p:ext uri="{BB962C8B-B14F-4D97-AF65-F5344CB8AC3E}">
        <p14:creationId xmlns:p14="http://schemas.microsoft.com/office/powerpoint/2010/main" val="2250471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AND SPECIFIC OBJECTIVES OF THE PROJECT</a:t>
            </a:r>
            <a:endParaRPr lang="en-US" dirty="0"/>
          </a:p>
        </p:txBody>
      </p:sp>
      <p:sp>
        <p:nvSpPr>
          <p:cNvPr id="3" name="Content Placeholder 2"/>
          <p:cNvSpPr>
            <a:spLocks noGrp="1"/>
          </p:cNvSpPr>
          <p:nvPr>
            <p:ph idx="1"/>
          </p:nvPr>
        </p:nvSpPr>
        <p:spPr/>
        <p:txBody>
          <a:bodyPr/>
          <a:lstStyle/>
          <a:p>
            <a:r>
              <a:rPr lang="en-US" dirty="0">
                <a:solidFill>
                  <a:srgbClr val="E8EAED"/>
                </a:solidFill>
                <a:latin typeface="Google Sans"/>
              </a:rPr>
              <a:t>The main objective of this system is </a:t>
            </a:r>
            <a:r>
              <a:rPr lang="en-US" dirty="0">
                <a:solidFill>
                  <a:srgbClr val="E2EEFF"/>
                </a:solidFill>
                <a:latin typeface="Google Sans"/>
              </a:rPr>
              <a:t>to manage criminal details in a centralized database and provide solution to people to file complaint through online</a:t>
            </a:r>
            <a:r>
              <a:rPr lang="en-US" dirty="0" smtClean="0">
                <a:solidFill>
                  <a:srgbClr val="E8EAED"/>
                </a:solidFill>
                <a:latin typeface="Google Sans"/>
              </a:rPr>
              <a:t>.</a:t>
            </a:r>
          </a:p>
          <a:p>
            <a:r>
              <a:rPr lang="en-US" dirty="0" smtClean="0">
                <a:solidFill>
                  <a:srgbClr val="E8EAED"/>
                </a:solidFill>
                <a:latin typeface="Google Sans"/>
              </a:rPr>
              <a:t>Enhancing public safety by allowing individuals to report crimes suspicious activities easily and quickly.</a:t>
            </a:r>
          </a:p>
          <a:p>
            <a:r>
              <a:rPr lang="en-US" dirty="0" smtClean="0">
                <a:solidFill>
                  <a:srgbClr val="E8EAED"/>
                </a:solidFill>
                <a:latin typeface="Google Sans"/>
              </a:rPr>
              <a:t>Accessibility</a:t>
            </a:r>
          </a:p>
          <a:p>
            <a:r>
              <a:rPr lang="en-US" dirty="0" smtClean="0">
                <a:solidFill>
                  <a:srgbClr val="E8EAED"/>
                </a:solidFill>
                <a:latin typeface="Google Sans"/>
              </a:rPr>
              <a:t>Efficiency</a:t>
            </a:r>
          </a:p>
          <a:p>
            <a:r>
              <a:rPr lang="en-US" dirty="0" smtClean="0">
                <a:solidFill>
                  <a:srgbClr val="E8EAED"/>
                </a:solidFill>
                <a:latin typeface="Google Sans"/>
              </a:rPr>
              <a:t>Transparency</a:t>
            </a:r>
          </a:p>
          <a:p>
            <a:r>
              <a:rPr lang="en-US" dirty="0" smtClean="0">
                <a:solidFill>
                  <a:srgbClr val="E8EAED"/>
                </a:solidFill>
                <a:latin typeface="Google Sans"/>
              </a:rPr>
              <a:t>Data collection and analysis</a:t>
            </a:r>
          </a:p>
          <a:p>
            <a:r>
              <a:rPr lang="en-US" dirty="0" smtClean="0">
                <a:solidFill>
                  <a:srgbClr val="E8EAED"/>
                </a:solidFill>
                <a:latin typeface="Google Sans"/>
              </a:rPr>
              <a:t>Community engagement</a:t>
            </a:r>
            <a:endParaRPr lang="en-TZ" dirty="0">
              <a:solidFill>
                <a:srgbClr val="BDC1C6"/>
              </a:solidFill>
              <a:latin typeface="arial" panose="020B0604020202020204" pitchFamily="34" charset="0"/>
            </a:endParaRPr>
          </a:p>
        </p:txBody>
      </p:sp>
    </p:spTree>
    <p:extLst>
      <p:ext uri="{BB962C8B-B14F-4D97-AF65-F5344CB8AC3E}">
        <p14:creationId xmlns:p14="http://schemas.microsoft.com/office/powerpoint/2010/main" val="3200705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EXPECTED OUTPUT</a:t>
            </a:r>
            <a:endParaRPr lang="en-US" dirty="0"/>
          </a:p>
        </p:txBody>
      </p:sp>
      <p:sp>
        <p:nvSpPr>
          <p:cNvPr id="3" name="Content Placeholder 2"/>
          <p:cNvSpPr>
            <a:spLocks noGrp="1"/>
          </p:cNvSpPr>
          <p:nvPr>
            <p:ph idx="1"/>
          </p:nvPr>
        </p:nvSpPr>
        <p:spPr/>
        <p:txBody>
          <a:bodyPr/>
          <a:lstStyle/>
          <a:p>
            <a:r>
              <a:rPr lang="en-US" dirty="0" smtClean="0"/>
              <a:t>User Interface</a:t>
            </a:r>
          </a:p>
          <a:p>
            <a:r>
              <a:rPr lang="en-US" dirty="0" smtClean="0"/>
              <a:t>Database Management</a:t>
            </a:r>
          </a:p>
          <a:p>
            <a:r>
              <a:rPr lang="en-US" dirty="0" smtClean="0"/>
              <a:t>Reporting Mechanism</a:t>
            </a:r>
          </a:p>
          <a:p>
            <a:r>
              <a:rPr lang="en-US" dirty="0" smtClean="0"/>
              <a:t>Admin Panel</a:t>
            </a:r>
          </a:p>
          <a:p>
            <a:r>
              <a:rPr lang="en-US" dirty="0" smtClean="0"/>
              <a:t>Security Features</a:t>
            </a:r>
          </a:p>
          <a:p>
            <a:r>
              <a:rPr lang="en-US" dirty="0" smtClean="0"/>
              <a:t>Integration with Law Enforcement</a:t>
            </a:r>
          </a:p>
          <a:p>
            <a:r>
              <a:rPr lang="en-US" dirty="0" smtClean="0"/>
              <a:t>Documentation</a:t>
            </a:r>
            <a:endParaRPr lang="en-US" dirty="0"/>
          </a:p>
        </p:txBody>
      </p:sp>
    </p:spTree>
    <p:extLst>
      <p:ext uri="{BB962C8B-B14F-4D97-AF65-F5344CB8AC3E}">
        <p14:creationId xmlns:p14="http://schemas.microsoft.com/office/powerpoint/2010/main" val="1097966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REQUIRED TECHNOLOGY</a:t>
            </a:r>
            <a:endParaRPr lang="en-US" dirty="0"/>
          </a:p>
        </p:txBody>
      </p:sp>
      <p:sp>
        <p:nvSpPr>
          <p:cNvPr id="3" name="Text Placeholder 2"/>
          <p:cNvSpPr>
            <a:spLocks noGrp="1"/>
          </p:cNvSpPr>
          <p:nvPr>
            <p:ph type="body" idx="1"/>
          </p:nvPr>
        </p:nvSpPr>
        <p:spPr/>
        <p:txBody>
          <a:bodyPr/>
          <a:lstStyle/>
          <a:p>
            <a:r>
              <a:rPr lang="en-US" dirty="0" smtClean="0"/>
              <a:t>HARDWARE</a:t>
            </a:r>
            <a:endParaRPr lang="en-US" dirty="0"/>
          </a:p>
        </p:txBody>
      </p:sp>
      <p:sp>
        <p:nvSpPr>
          <p:cNvPr id="4" name="Content Placeholder 3"/>
          <p:cNvSpPr>
            <a:spLocks noGrp="1"/>
          </p:cNvSpPr>
          <p:nvPr>
            <p:ph sz="half" idx="2"/>
          </p:nvPr>
        </p:nvSpPr>
        <p:spPr/>
        <p:txBody>
          <a:bodyPr/>
          <a:lstStyle/>
          <a:p>
            <a:r>
              <a:rPr lang="en-US" dirty="0" smtClean="0"/>
              <a:t>Server</a:t>
            </a:r>
          </a:p>
          <a:p>
            <a:r>
              <a:rPr lang="en-US" dirty="0" smtClean="0"/>
              <a:t>Network infrastructure</a:t>
            </a:r>
          </a:p>
          <a:p>
            <a:r>
              <a:rPr lang="en-US" dirty="0" smtClean="0"/>
              <a:t>workstations</a:t>
            </a:r>
            <a:endParaRPr lang="en-US" dirty="0"/>
          </a:p>
        </p:txBody>
      </p:sp>
      <p:sp>
        <p:nvSpPr>
          <p:cNvPr id="5" name="Text Placeholder 4"/>
          <p:cNvSpPr>
            <a:spLocks noGrp="1"/>
          </p:cNvSpPr>
          <p:nvPr>
            <p:ph type="body" sz="quarter" idx="3"/>
          </p:nvPr>
        </p:nvSpPr>
        <p:spPr/>
        <p:txBody>
          <a:bodyPr/>
          <a:lstStyle/>
          <a:p>
            <a:r>
              <a:rPr lang="en-US" dirty="0" smtClean="0"/>
              <a:t>SOFTWARE</a:t>
            </a:r>
            <a:endParaRPr lang="en-US" dirty="0"/>
          </a:p>
        </p:txBody>
      </p:sp>
      <p:sp>
        <p:nvSpPr>
          <p:cNvPr id="6" name="Content Placeholder 5"/>
          <p:cNvSpPr>
            <a:spLocks noGrp="1"/>
          </p:cNvSpPr>
          <p:nvPr>
            <p:ph sz="quarter" idx="4"/>
          </p:nvPr>
        </p:nvSpPr>
        <p:spPr/>
        <p:txBody>
          <a:bodyPr/>
          <a:lstStyle/>
          <a:p>
            <a:r>
              <a:rPr lang="en-US" dirty="0" smtClean="0"/>
              <a:t>Web development tools</a:t>
            </a:r>
          </a:p>
          <a:p>
            <a:r>
              <a:rPr lang="en-US" dirty="0" smtClean="0"/>
              <a:t>Database management system</a:t>
            </a:r>
          </a:p>
          <a:p>
            <a:r>
              <a:rPr lang="en-US" dirty="0" smtClean="0"/>
              <a:t>Security software</a:t>
            </a:r>
          </a:p>
          <a:p>
            <a:r>
              <a:rPr lang="en-US" dirty="0" smtClean="0"/>
              <a:t>Reporting and analytics tools</a:t>
            </a:r>
            <a:endParaRPr lang="en-US" dirty="0"/>
          </a:p>
        </p:txBody>
      </p:sp>
    </p:spTree>
    <p:extLst>
      <p:ext uri="{BB962C8B-B14F-4D97-AF65-F5344CB8AC3E}">
        <p14:creationId xmlns:p14="http://schemas.microsoft.com/office/powerpoint/2010/main" val="2015209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160</TotalTime>
  <Words>319</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vt:lpstr>
      <vt:lpstr>Century Gothic</vt:lpstr>
      <vt:lpstr>Google Sans</vt:lpstr>
      <vt:lpstr>Wingdings 3</vt:lpstr>
      <vt:lpstr>Ion</vt:lpstr>
      <vt:lpstr>WEB CRIME REPORTING SYSTEM</vt:lpstr>
      <vt:lpstr>PURPOSE OF PROJECT</vt:lpstr>
      <vt:lpstr>CURRENT SITUATION</vt:lpstr>
      <vt:lpstr>PROBLEM STATEMENT</vt:lpstr>
      <vt:lpstr>PROPOSED SOLUTION</vt:lpstr>
      <vt:lpstr>MAIN AND SPECIFIC OBJECTIVES OF THE PROJECT</vt:lpstr>
      <vt:lpstr>EXPECTED OUTPUT</vt:lpstr>
      <vt:lpstr>REQUIRED TECHNOLOGY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CRIME REPORTING SYSTEM</dc:title>
  <dc:creator>X</dc:creator>
  <cp:lastModifiedBy>X</cp:lastModifiedBy>
  <cp:revision>17</cp:revision>
  <dcterms:created xsi:type="dcterms:W3CDTF">2023-12-10T06:43:25Z</dcterms:created>
  <dcterms:modified xsi:type="dcterms:W3CDTF">2023-12-12T08:05:50Z</dcterms:modified>
</cp:coreProperties>
</file>