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70" r:id="rId6"/>
    <p:sldId id="269" r:id="rId7"/>
    <p:sldId id="274" r:id="rId8"/>
    <p:sldId id="271" r:id="rId9"/>
    <p:sldId id="273" r:id="rId10"/>
    <p:sldId id="272" r:id="rId11"/>
    <p:sldId id="263" r:id="rId12"/>
    <p:sldId id="265" r:id="rId13"/>
    <p:sldId id="266" r:id="rId14"/>
  </p:sldIdLst>
  <p:sldSz cx="1080135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152" y="-102"/>
      </p:cViewPr>
      <p:guideLst>
        <p:guide orient="horz" pos="2145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36421B-90FD-48DA-8F6C-6CB8E51AE51E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7CBAA4-BF4D-4493-BF01-16BB2D9271AA}">
      <dgm:prSet phldrT="[Text]" custT="1"/>
      <dgm:spPr/>
      <dgm:t>
        <a:bodyPr/>
        <a:lstStyle/>
        <a:p>
          <a:r>
            <a:rPr lang="en-US" sz="2800" dirty="0" smtClean="0"/>
            <a:t>Personal</a:t>
          </a:r>
          <a:endParaRPr lang="en-US" sz="2800" dirty="0"/>
        </a:p>
      </dgm:t>
    </dgm:pt>
    <dgm:pt modelId="{B00B9791-40C8-4A3A-BDD9-B82C70FA326B}" cxnId="{3E2CF762-2F5B-43CB-BBAB-B6E9246B7698}" type="parTrans">
      <dgm:prSet/>
      <dgm:spPr/>
      <dgm:t>
        <a:bodyPr/>
        <a:lstStyle/>
        <a:p>
          <a:endParaRPr lang="en-US"/>
        </a:p>
      </dgm:t>
    </dgm:pt>
    <dgm:pt modelId="{07F88003-C4A4-4610-91F1-9B2AD52C033D}" cxnId="{3E2CF762-2F5B-43CB-BBAB-B6E9246B7698}" type="sibTrans">
      <dgm:prSet/>
      <dgm:spPr/>
      <dgm:t>
        <a:bodyPr/>
        <a:lstStyle/>
        <a:p>
          <a:endParaRPr lang="en-US"/>
        </a:p>
      </dgm:t>
    </dgm:pt>
    <dgm:pt modelId="{EBB73EBD-D31A-4740-A873-DC26704213E7}">
      <dgm:prSet phldrT="[Text]" custT="1"/>
      <dgm:spPr/>
      <dgm:t>
        <a:bodyPr/>
        <a:lstStyle/>
        <a:p>
          <a:r>
            <a:rPr lang="en-US" sz="2800" dirty="0" smtClean="0"/>
            <a:t>Functional</a:t>
          </a:r>
          <a:endParaRPr lang="en-US" sz="2800" dirty="0"/>
        </a:p>
      </dgm:t>
    </dgm:pt>
    <dgm:pt modelId="{4103FDE4-5B90-470F-B7EE-DB3C948F4333}" cxnId="{CA944F67-C25C-4989-B413-A2F01886F02B}" type="parTrans">
      <dgm:prSet/>
      <dgm:spPr/>
      <dgm:t>
        <a:bodyPr/>
        <a:lstStyle/>
        <a:p>
          <a:endParaRPr lang="en-US"/>
        </a:p>
      </dgm:t>
    </dgm:pt>
    <dgm:pt modelId="{8FF3BE83-086C-434A-BBCB-22419973CBCA}" cxnId="{CA944F67-C25C-4989-B413-A2F01886F02B}" type="sibTrans">
      <dgm:prSet/>
      <dgm:spPr/>
      <dgm:t>
        <a:bodyPr/>
        <a:lstStyle/>
        <a:p>
          <a:endParaRPr lang="en-US"/>
        </a:p>
      </dgm:t>
    </dgm:pt>
    <dgm:pt modelId="{B3917CA2-A4DE-4609-801C-99EC8F123016}">
      <dgm:prSet phldrT="[Text]" custT="1"/>
      <dgm:spPr/>
      <dgm:t>
        <a:bodyPr/>
        <a:lstStyle/>
        <a:p>
          <a:r>
            <a:rPr lang="en-US" sz="2800" dirty="0" smtClean="0"/>
            <a:t>Organization</a:t>
          </a:r>
          <a:endParaRPr lang="en-US" sz="2800" dirty="0"/>
        </a:p>
      </dgm:t>
    </dgm:pt>
    <dgm:pt modelId="{B6F8386C-49B5-433F-99A5-C8590B9B6431}" cxnId="{86C2736D-EA4B-4331-B04C-25CAB24C111F}" type="parTrans">
      <dgm:prSet/>
      <dgm:spPr/>
      <dgm:t>
        <a:bodyPr/>
        <a:lstStyle/>
        <a:p>
          <a:endParaRPr lang="en-US"/>
        </a:p>
      </dgm:t>
    </dgm:pt>
    <dgm:pt modelId="{4ABADD28-897A-414B-8B12-94CD6833ABEC}" cxnId="{86C2736D-EA4B-4331-B04C-25CAB24C111F}" type="sibTrans">
      <dgm:prSet/>
      <dgm:spPr/>
      <dgm:t>
        <a:bodyPr/>
        <a:lstStyle/>
        <a:p>
          <a:endParaRPr lang="en-US"/>
        </a:p>
      </dgm:t>
    </dgm:pt>
    <dgm:pt modelId="{AACF82D6-7BA3-4674-A670-3C0E6091F9BB}">
      <dgm:prSet phldrT="[Text]" custT="1"/>
      <dgm:spPr/>
      <dgm:t>
        <a:bodyPr/>
        <a:lstStyle/>
        <a:p>
          <a:r>
            <a:rPr lang="en-GB" sz="2800" dirty="0" smtClean="0"/>
            <a:t>Societal</a:t>
          </a:r>
          <a:endParaRPr lang="en-US" sz="2800" dirty="0"/>
        </a:p>
      </dgm:t>
    </dgm:pt>
    <dgm:pt modelId="{2D7EEEF7-290D-40AE-A4DD-FA585C5BA1A8}" cxnId="{3DCD3C87-5CE9-4574-9928-635A74C8F6A7}" type="parTrans">
      <dgm:prSet/>
      <dgm:spPr/>
      <dgm:t>
        <a:bodyPr/>
        <a:lstStyle/>
        <a:p>
          <a:endParaRPr lang="en-US"/>
        </a:p>
      </dgm:t>
    </dgm:pt>
    <dgm:pt modelId="{3ED9991F-4D4D-423A-B49B-430259AABF8D}" cxnId="{3DCD3C87-5CE9-4574-9928-635A74C8F6A7}" type="sibTrans">
      <dgm:prSet/>
      <dgm:spPr/>
      <dgm:t>
        <a:bodyPr/>
        <a:lstStyle/>
        <a:p>
          <a:endParaRPr lang="en-US"/>
        </a:p>
      </dgm:t>
    </dgm:pt>
    <dgm:pt modelId="{CB1E61C4-8AA7-4E61-9AC8-76706B658903}" type="pres">
      <dgm:prSet presAssocID="{6536421B-90FD-48DA-8F6C-6CB8E51AE51E}" presName="Name0" presStyleCnt="0">
        <dgm:presLayoutVars>
          <dgm:chMax val="7"/>
          <dgm:resizeHandles val="exact"/>
        </dgm:presLayoutVars>
      </dgm:prSet>
      <dgm:spPr/>
    </dgm:pt>
    <dgm:pt modelId="{5DBB3FE1-6CF4-49AE-AB2C-244EE5D1C9E4}" type="pres">
      <dgm:prSet presAssocID="{6536421B-90FD-48DA-8F6C-6CB8E51AE51E}" presName="comp1" presStyleCnt="0"/>
      <dgm:spPr/>
    </dgm:pt>
    <dgm:pt modelId="{B4E3AA32-EF01-45E0-9234-10022AB8EDB2}" type="pres">
      <dgm:prSet presAssocID="{6536421B-90FD-48DA-8F6C-6CB8E51AE51E}" presName="circle1" presStyleLbl="node1" presStyleIdx="0" presStyleCnt="4" custScaleX="154684"/>
      <dgm:spPr/>
      <dgm:t>
        <a:bodyPr/>
        <a:lstStyle/>
        <a:p>
          <a:endParaRPr lang="en-US"/>
        </a:p>
      </dgm:t>
    </dgm:pt>
    <dgm:pt modelId="{95FBB6F8-8C3F-4C11-9E26-260A17D6E3FC}" type="pres">
      <dgm:prSet presAssocID="{6536421B-90FD-48DA-8F6C-6CB8E51AE51E}" presName="c1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4B5C11-D919-472E-A6BE-2069A443C0E5}" type="pres">
      <dgm:prSet presAssocID="{6536421B-90FD-48DA-8F6C-6CB8E51AE51E}" presName="comp2" presStyleCnt="0"/>
      <dgm:spPr/>
    </dgm:pt>
    <dgm:pt modelId="{3F23BDF5-571D-4EB8-8937-1418B3BD212E}" type="pres">
      <dgm:prSet presAssocID="{6536421B-90FD-48DA-8F6C-6CB8E51AE51E}" presName="circle2" presStyleLbl="node1" presStyleIdx="1" presStyleCnt="4" custScaleX="161787" custScaleY="101982"/>
      <dgm:spPr/>
      <dgm:t>
        <a:bodyPr/>
        <a:lstStyle/>
        <a:p>
          <a:endParaRPr lang="en-US"/>
        </a:p>
      </dgm:t>
    </dgm:pt>
    <dgm:pt modelId="{76A5775A-2F56-4F96-B13F-2787AFE0D527}" type="pres">
      <dgm:prSet presAssocID="{6536421B-90FD-48DA-8F6C-6CB8E51AE51E}" presName="c2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54CDE4-A1DA-4952-9180-5B542247149A}" type="pres">
      <dgm:prSet presAssocID="{6536421B-90FD-48DA-8F6C-6CB8E51AE51E}" presName="comp3" presStyleCnt="0"/>
      <dgm:spPr/>
    </dgm:pt>
    <dgm:pt modelId="{6B6D7234-BBA5-4E0E-A42C-FA373109C7BE}" type="pres">
      <dgm:prSet presAssocID="{6536421B-90FD-48DA-8F6C-6CB8E51AE51E}" presName="circle3" presStyleLbl="node1" presStyleIdx="2" presStyleCnt="4" custScaleX="172265" custLinFactNeighborX="250" custLinFactNeighborY="-4167"/>
      <dgm:spPr/>
      <dgm:t>
        <a:bodyPr/>
        <a:lstStyle/>
        <a:p>
          <a:endParaRPr lang="en-US"/>
        </a:p>
      </dgm:t>
    </dgm:pt>
    <dgm:pt modelId="{DDB86C54-D03B-4B84-9067-0CA1A9506598}" type="pres">
      <dgm:prSet presAssocID="{6536421B-90FD-48DA-8F6C-6CB8E51AE51E}" presName="c3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9B0903-CB59-4EE2-8165-77F89CE1AB4B}" type="pres">
      <dgm:prSet presAssocID="{6536421B-90FD-48DA-8F6C-6CB8E51AE51E}" presName="comp4" presStyleCnt="0"/>
      <dgm:spPr/>
    </dgm:pt>
    <dgm:pt modelId="{373740FD-A020-4CA4-9505-A2A4AAFA18A2}" type="pres">
      <dgm:prSet presAssocID="{6536421B-90FD-48DA-8F6C-6CB8E51AE51E}" presName="circle4" presStyleLbl="node1" presStyleIdx="3" presStyleCnt="4" custScaleX="128660" custLinFactNeighborX="457" custLinFactNeighborY="-6708"/>
      <dgm:spPr/>
      <dgm:t>
        <a:bodyPr/>
        <a:lstStyle/>
        <a:p>
          <a:endParaRPr lang="en-US"/>
        </a:p>
      </dgm:t>
    </dgm:pt>
    <dgm:pt modelId="{42289395-630A-4B9A-8E82-FF3157F276C1}" type="pres">
      <dgm:prSet presAssocID="{6536421B-90FD-48DA-8F6C-6CB8E51AE51E}" presName="c4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BF728F0-6DFD-4951-BA45-5AE164414D8B}" type="presOf" srcId="{EB7CBAA4-BF4D-4493-BF01-16BB2D9271AA}" destId="{95FBB6F8-8C3F-4C11-9E26-260A17D6E3FC}" srcOrd="1" destOrd="0" presId="urn:microsoft.com/office/officeart/2005/8/layout/venn2"/>
    <dgm:cxn modelId="{E252788C-66A1-43A0-94BA-55BFBD055026}" type="presOf" srcId="{B3917CA2-A4DE-4609-801C-99EC8F123016}" destId="{6B6D7234-BBA5-4E0E-A42C-FA373109C7BE}" srcOrd="0" destOrd="0" presId="urn:microsoft.com/office/officeart/2005/8/layout/venn2"/>
    <dgm:cxn modelId="{F4B1BE6D-EF7E-4020-9D0D-B2FD47BF9829}" type="presOf" srcId="{6536421B-90FD-48DA-8F6C-6CB8E51AE51E}" destId="{CB1E61C4-8AA7-4E61-9AC8-76706B658903}" srcOrd="0" destOrd="0" presId="urn:microsoft.com/office/officeart/2005/8/layout/venn2"/>
    <dgm:cxn modelId="{5AA458E6-D854-4A89-B827-B2429ABC6569}" type="presOf" srcId="{EBB73EBD-D31A-4740-A873-DC26704213E7}" destId="{76A5775A-2F56-4F96-B13F-2787AFE0D527}" srcOrd="1" destOrd="0" presId="urn:microsoft.com/office/officeart/2005/8/layout/venn2"/>
    <dgm:cxn modelId="{5FF83FB0-78AC-4B9E-96E5-79425DA0A9DC}" type="presOf" srcId="{AACF82D6-7BA3-4674-A670-3C0E6091F9BB}" destId="{42289395-630A-4B9A-8E82-FF3157F276C1}" srcOrd="1" destOrd="0" presId="urn:microsoft.com/office/officeart/2005/8/layout/venn2"/>
    <dgm:cxn modelId="{4DE9C65D-F380-470A-9749-84B7A931AEB8}" type="presOf" srcId="{B3917CA2-A4DE-4609-801C-99EC8F123016}" destId="{DDB86C54-D03B-4B84-9067-0CA1A9506598}" srcOrd="1" destOrd="0" presId="urn:microsoft.com/office/officeart/2005/8/layout/venn2"/>
    <dgm:cxn modelId="{3E2CF762-2F5B-43CB-BBAB-B6E9246B7698}" srcId="{6536421B-90FD-48DA-8F6C-6CB8E51AE51E}" destId="{EB7CBAA4-BF4D-4493-BF01-16BB2D9271AA}" srcOrd="0" destOrd="0" parTransId="{B00B9791-40C8-4A3A-BDD9-B82C70FA326B}" sibTransId="{07F88003-C4A4-4610-91F1-9B2AD52C033D}"/>
    <dgm:cxn modelId="{3DCD3C87-5CE9-4574-9928-635A74C8F6A7}" srcId="{6536421B-90FD-48DA-8F6C-6CB8E51AE51E}" destId="{AACF82D6-7BA3-4674-A670-3C0E6091F9BB}" srcOrd="3" destOrd="0" parTransId="{2D7EEEF7-290D-40AE-A4DD-FA585C5BA1A8}" sibTransId="{3ED9991F-4D4D-423A-B49B-430259AABF8D}"/>
    <dgm:cxn modelId="{FF7EA679-3FDF-4F1E-8287-1A584317306F}" type="presOf" srcId="{EBB73EBD-D31A-4740-A873-DC26704213E7}" destId="{3F23BDF5-571D-4EB8-8937-1418B3BD212E}" srcOrd="0" destOrd="0" presId="urn:microsoft.com/office/officeart/2005/8/layout/venn2"/>
    <dgm:cxn modelId="{0FE3ED35-7BAC-4DC9-B959-0EBA7B1D8FA9}" type="presOf" srcId="{EB7CBAA4-BF4D-4493-BF01-16BB2D9271AA}" destId="{B4E3AA32-EF01-45E0-9234-10022AB8EDB2}" srcOrd="0" destOrd="0" presId="urn:microsoft.com/office/officeart/2005/8/layout/venn2"/>
    <dgm:cxn modelId="{808312E2-8B89-41EC-8258-2D5FF264E84A}" type="presOf" srcId="{AACF82D6-7BA3-4674-A670-3C0E6091F9BB}" destId="{373740FD-A020-4CA4-9505-A2A4AAFA18A2}" srcOrd="0" destOrd="0" presId="urn:microsoft.com/office/officeart/2005/8/layout/venn2"/>
    <dgm:cxn modelId="{CA944F67-C25C-4989-B413-A2F01886F02B}" srcId="{6536421B-90FD-48DA-8F6C-6CB8E51AE51E}" destId="{EBB73EBD-D31A-4740-A873-DC26704213E7}" srcOrd="1" destOrd="0" parTransId="{4103FDE4-5B90-470F-B7EE-DB3C948F4333}" sibTransId="{8FF3BE83-086C-434A-BBCB-22419973CBCA}"/>
    <dgm:cxn modelId="{86C2736D-EA4B-4331-B04C-25CAB24C111F}" srcId="{6536421B-90FD-48DA-8F6C-6CB8E51AE51E}" destId="{B3917CA2-A4DE-4609-801C-99EC8F123016}" srcOrd="2" destOrd="0" parTransId="{B6F8386C-49B5-433F-99A5-C8590B9B6431}" sibTransId="{4ABADD28-897A-414B-8B12-94CD6833ABEC}"/>
    <dgm:cxn modelId="{D93D4B61-AF61-428E-BFEB-29FED5E83944}" type="presParOf" srcId="{CB1E61C4-8AA7-4E61-9AC8-76706B658903}" destId="{5DBB3FE1-6CF4-49AE-AB2C-244EE5D1C9E4}" srcOrd="0" destOrd="0" presId="urn:microsoft.com/office/officeart/2005/8/layout/venn2"/>
    <dgm:cxn modelId="{4E3C2CAD-E761-4404-8D7E-FAC1CF948FCD}" type="presParOf" srcId="{5DBB3FE1-6CF4-49AE-AB2C-244EE5D1C9E4}" destId="{B4E3AA32-EF01-45E0-9234-10022AB8EDB2}" srcOrd="0" destOrd="0" presId="urn:microsoft.com/office/officeart/2005/8/layout/venn2"/>
    <dgm:cxn modelId="{C0FA1D4B-E549-454D-BC50-B93C2BC12AF5}" type="presParOf" srcId="{5DBB3FE1-6CF4-49AE-AB2C-244EE5D1C9E4}" destId="{95FBB6F8-8C3F-4C11-9E26-260A17D6E3FC}" srcOrd="1" destOrd="0" presId="urn:microsoft.com/office/officeart/2005/8/layout/venn2"/>
    <dgm:cxn modelId="{94D2A82C-539B-4C4A-BFE4-20B2CFC55A3A}" type="presParOf" srcId="{CB1E61C4-8AA7-4E61-9AC8-76706B658903}" destId="{AC4B5C11-D919-472E-A6BE-2069A443C0E5}" srcOrd="1" destOrd="0" presId="urn:microsoft.com/office/officeart/2005/8/layout/venn2"/>
    <dgm:cxn modelId="{D40A3FC5-ECC3-4C87-BBB4-FDC3EAB38F85}" type="presParOf" srcId="{AC4B5C11-D919-472E-A6BE-2069A443C0E5}" destId="{3F23BDF5-571D-4EB8-8937-1418B3BD212E}" srcOrd="0" destOrd="0" presId="urn:microsoft.com/office/officeart/2005/8/layout/venn2"/>
    <dgm:cxn modelId="{540E8BAC-6700-4998-888F-A63880A264BE}" type="presParOf" srcId="{AC4B5C11-D919-472E-A6BE-2069A443C0E5}" destId="{76A5775A-2F56-4F96-B13F-2787AFE0D527}" srcOrd="1" destOrd="0" presId="urn:microsoft.com/office/officeart/2005/8/layout/venn2"/>
    <dgm:cxn modelId="{4D67420D-C6B9-410B-8A67-F0AA95F1BEE6}" type="presParOf" srcId="{CB1E61C4-8AA7-4E61-9AC8-76706B658903}" destId="{1654CDE4-A1DA-4952-9180-5B542247149A}" srcOrd="2" destOrd="0" presId="urn:microsoft.com/office/officeart/2005/8/layout/venn2"/>
    <dgm:cxn modelId="{B02E14D4-5F7F-4C79-BAE4-EE2497C3E527}" type="presParOf" srcId="{1654CDE4-A1DA-4952-9180-5B542247149A}" destId="{6B6D7234-BBA5-4E0E-A42C-FA373109C7BE}" srcOrd="0" destOrd="0" presId="urn:microsoft.com/office/officeart/2005/8/layout/venn2"/>
    <dgm:cxn modelId="{5EC7F3AC-DAE1-43B7-B0FA-B0EE0671EC0C}" type="presParOf" srcId="{1654CDE4-A1DA-4952-9180-5B542247149A}" destId="{DDB86C54-D03B-4B84-9067-0CA1A9506598}" srcOrd="1" destOrd="0" presId="urn:microsoft.com/office/officeart/2005/8/layout/venn2"/>
    <dgm:cxn modelId="{D0E18A54-6C18-4055-ABAD-DC631C13C80A}" type="presParOf" srcId="{CB1E61C4-8AA7-4E61-9AC8-76706B658903}" destId="{B59B0903-CB59-4EE2-8165-77F89CE1AB4B}" srcOrd="3" destOrd="0" presId="urn:microsoft.com/office/officeart/2005/8/layout/venn2"/>
    <dgm:cxn modelId="{07B476F0-0C9F-4285-B06D-6E4B8D363591}" type="presParOf" srcId="{B59B0903-CB59-4EE2-8165-77F89CE1AB4B}" destId="{373740FD-A020-4CA4-9505-A2A4AAFA18A2}" srcOrd="0" destOrd="0" presId="urn:microsoft.com/office/officeart/2005/8/layout/venn2"/>
    <dgm:cxn modelId="{C96946F4-9EB3-4456-881C-BC9CCAD8AFE3}" type="presParOf" srcId="{B59B0903-CB59-4EE2-8165-77F89CE1AB4B}" destId="{42289395-630A-4B9A-8E82-FF3157F276C1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686319" cy="4686319"/>
        <a:chOff x="0" y="0"/>
        <a:chExt cx="4686319" cy="4686319"/>
      </a:xfrm>
    </dsp:grpSpPr>
    <dsp:sp modelId="{B4E3AA32-EF01-45E0-9234-10022AB8EDB2}">
      <dsp:nvSpPr>
        <dsp:cNvPr id="3" name="Oval 2"/>
        <dsp:cNvSpPr/>
      </dsp:nvSpPr>
      <dsp:spPr bwMode="white">
        <a:xfrm>
          <a:off x="2517448" y="0"/>
          <a:ext cx="4686319" cy="4686319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99136" tIns="199136" rIns="199136" bIns="19913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dirty="0" smtClean="0"/>
            <a:t>Personal</a:t>
          </a:r>
          <a:endParaRPr lang="en-US" sz="2800" dirty="0"/>
        </a:p>
      </dsp:txBody>
      <dsp:txXfrm>
        <a:off x="2517448" y="0"/>
        <a:ext cx="4686319" cy="4686319"/>
      </dsp:txXfrm>
    </dsp:sp>
    <dsp:sp modelId="{3F23BDF5-571D-4EB8-8937-1418B3BD212E}">
      <dsp:nvSpPr>
        <dsp:cNvPr id="4" name="Oval 3"/>
        <dsp:cNvSpPr/>
      </dsp:nvSpPr>
      <dsp:spPr bwMode="white">
        <a:xfrm>
          <a:off x="2986080" y="937264"/>
          <a:ext cx="3749055" cy="374905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99136" tIns="199136" rIns="199136" bIns="19913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dirty="0" smtClean="0"/>
            <a:t>Functional</a:t>
          </a:r>
          <a:endParaRPr lang="en-US" sz="2800" dirty="0"/>
        </a:p>
      </dsp:txBody>
      <dsp:txXfrm>
        <a:off x="2986080" y="937264"/>
        <a:ext cx="3749055" cy="3749055"/>
      </dsp:txXfrm>
    </dsp:sp>
    <dsp:sp modelId="{6B6D7234-BBA5-4E0E-A42C-FA373109C7BE}">
      <dsp:nvSpPr>
        <dsp:cNvPr id="5" name="Oval 4"/>
        <dsp:cNvSpPr/>
      </dsp:nvSpPr>
      <dsp:spPr bwMode="white">
        <a:xfrm>
          <a:off x="3458792" y="1757360"/>
          <a:ext cx="2811791" cy="2811791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99136" tIns="199136" rIns="199136" bIns="19913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dirty="0" smtClean="0"/>
            <a:t>Organization</a:t>
          </a:r>
          <a:endParaRPr lang="en-US" sz="2800" dirty="0"/>
        </a:p>
      </dsp:txBody>
      <dsp:txXfrm>
        <a:off x="3458792" y="1757360"/>
        <a:ext cx="2811791" cy="2811791"/>
      </dsp:txXfrm>
    </dsp:sp>
    <dsp:sp modelId="{373740FD-A020-4CA4-9505-A2A4AAFA18A2}">
      <dsp:nvSpPr>
        <dsp:cNvPr id="6" name="Oval 5"/>
        <dsp:cNvSpPr/>
      </dsp:nvSpPr>
      <dsp:spPr bwMode="white">
        <a:xfrm>
          <a:off x="3930002" y="2686048"/>
          <a:ext cx="1874528" cy="187452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99136" tIns="199136" rIns="199136" bIns="19913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800" dirty="0" smtClean="0"/>
            <a:t>Societal</a:t>
          </a:r>
          <a:endParaRPr lang="en-US" sz="2800" dirty="0"/>
        </a:p>
      </dsp:txBody>
      <dsp:txXfrm>
        <a:off x="3930002" y="2686048"/>
        <a:ext cx="1874528" cy="1874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8696" y="1143000"/>
            <a:ext cx="486060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101" y="2130426"/>
            <a:ext cx="9181148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203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32" y="4406901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232" y="2906713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068" y="1600201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0686" y="1600201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936" y="1535113"/>
            <a:ext cx="47743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936" y="2174875"/>
            <a:ext cx="47743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68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028" y="273051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068" y="1435101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7140" y="4800600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7140" y="612775"/>
            <a:ext cx="648081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7140" y="5367338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30979" y="274639"/>
            <a:ext cx="2430304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0067" y="274639"/>
            <a:ext cx="711088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16613" y="740539"/>
            <a:ext cx="9568125" cy="701663"/>
          </a:xfrm>
        </p:spPr>
        <p:txBody>
          <a:bodyPr lIns="0" tIns="0" rIns="0" bIns="0"/>
          <a:lstStyle>
            <a:lvl1pPr algn="ctr" fontAlgn="base">
              <a:defRPr sz="2835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68" y="274638"/>
            <a:ext cx="97212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68" y="1600201"/>
            <a:ext cx="972121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068" y="6356351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AE3ED-7476-4F8D-A262-E1A8734BA83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0461" y="6356351"/>
            <a:ext cx="3420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968" y="6356351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71945-C46B-426A-8852-05B334561B6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Topic 1:  Introduction to HRM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nature of HRM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definition of HRM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need for HRM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Human resource functions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Managerial functions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Operative function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role of HRM in strategic management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68" y="274638"/>
            <a:ext cx="9721215" cy="796908"/>
          </a:xfrm>
        </p:spPr>
        <p:txBody>
          <a:bodyPr>
            <a:normAutofit/>
          </a:bodyPr>
          <a:lstStyle/>
          <a:p>
            <a:r>
              <a:rPr lang="en-GB" sz="3600" dirty="0" smtClean="0"/>
              <a:t>Introduction </a:t>
            </a:r>
            <a:endParaRPr lang="en-GB" sz="36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68" y="1214423"/>
            <a:ext cx="9721215" cy="4911741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HRM is ‘A strategic and coherent approach to the management of an organization’s most valued assets</a:t>
            </a:r>
            <a:endParaRPr lang="en-US" altLang="en-US" dirty="0" smtClean="0"/>
          </a:p>
          <a:p>
            <a:pPr marL="0" indent="0">
              <a:buNone/>
            </a:pPr>
            <a:r>
              <a:rPr lang="en-US" altLang="en-US" dirty="0" smtClean="0"/>
              <a:t> </a:t>
            </a:r>
            <a:endParaRPr lang="en-US" altLang="en-US" dirty="0" smtClean="0"/>
          </a:p>
          <a:p>
            <a:r>
              <a:rPr lang="en-US" altLang="en-US" dirty="0" smtClean="0"/>
              <a:t>–</a:t>
            </a:r>
            <a:r>
              <a:rPr lang="en-GB" dirty="0" smtClean="0"/>
              <a:t>People are the most valuable resource in the organization. </a:t>
            </a:r>
            <a:r>
              <a:rPr lang="en-US" altLang="en-GB" dirty="0" smtClean="0"/>
              <a:t>yet is hard and challenge to manage them</a:t>
            </a: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r>
              <a:rPr lang="en-US" dirty="0" smtClean="0"/>
              <a:t>HRM deals with acquisition, development motivation and attainments of that people in organization .</a:t>
            </a:r>
            <a:endParaRPr lang="en-GB" dirty="0" smtClean="0"/>
          </a:p>
          <a:p>
            <a:endParaRPr lang="en-US" dirty="0"/>
          </a:p>
        </p:txBody>
      </p:sp>
    </p:spTree>
  </p:cSld>
  <p:clrMapOvr>
    <a:masterClrMapping/>
  </p:clrMapOvr>
  <p:transition advTm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Human ResourceManagement (HRM) is an integrated set of processes, practices, programs, and systems in an organization that focuses on the effective deployment and development of its employees.</a:t>
            </a:r>
            <a:endParaRPr lang="en-US" altLang="en-US">
              <a:sym typeface="+mn-ea"/>
            </a:endParaRPr>
          </a:p>
          <a:p>
            <a:endParaRPr lang="en-US" altLang="en-US">
              <a:sym typeface="+mn-ea"/>
            </a:endParaRPr>
          </a:p>
          <a:p>
            <a:r>
              <a:rPr lang="en-US" dirty="0" smtClean="0">
                <a:sym typeface="+mn-ea"/>
              </a:rPr>
              <a:t>Is a process of making the efficient and effective use of human resources so that the set goals are achieved</a:t>
            </a:r>
            <a:endParaRPr lang="en-US" dirty="0" smtClean="0"/>
          </a:p>
          <a:p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85" y="274955"/>
            <a:ext cx="9721215" cy="653415"/>
          </a:xfrm>
        </p:spPr>
        <p:txBody>
          <a:bodyPr>
            <a:normAutofit fontScale="90000"/>
          </a:bodyPr>
          <a:p>
            <a:r>
              <a:rPr lang="en-US" altLang="en-GB" dirty="0" smtClean="0">
                <a:sym typeface="+mn-ea"/>
              </a:rPr>
              <a:t>D</a:t>
            </a:r>
            <a:r>
              <a:rPr lang="en-GB" dirty="0" smtClean="0">
                <a:sym typeface="+mn-ea"/>
              </a:rPr>
              <a:t>efinition of HRM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85" y="1216025"/>
            <a:ext cx="9721215" cy="4910455"/>
          </a:xfrm>
        </p:spPr>
        <p:txBody>
          <a:bodyPr>
            <a:noAutofit/>
          </a:bodyPr>
          <a:p>
            <a:r>
              <a:rPr lang="en-US" altLang="en-US" sz="2400"/>
              <a:t>HRM as a process - include all activities concerning with </a:t>
            </a:r>
            <a:r>
              <a:rPr lang="en-US" sz="2400" dirty="0" smtClean="0">
                <a:sym typeface="+mn-ea"/>
              </a:rPr>
              <a:t> acquisition, development, motivation, as well as maintenance of human resources. </a:t>
            </a:r>
            <a:endParaRPr lang="en-US" sz="2400" dirty="0" smtClean="0">
              <a:sym typeface="+mn-ea"/>
            </a:endParaRPr>
          </a:p>
          <a:p>
            <a:endParaRPr lang="en-US" sz="2400" dirty="0" smtClean="0">
              <a:sym typeface="+mn-ea"/>
            </a:endParaRPr>
          </a:p>
          <a:p>
            <a:r>
              <a:rPr lang="en-US" altLang="en-US" sz="2400" dirty="0" smtClean="0"/>
              <a:t>HRM as a Practice-   the practical application of strategies and principles related to managing people such as Implementing best practices for employee engagement,developing and maintaining a positive workplace culture, Strategically aligning human resources with organizational goals.</a:t>
            </a:r>
            <a:endParaRPr lang="en-US" altLang="en-US" sz="2400" dirty="0" smtClean="0"/>
          </a:p>
          <a:p>
            <a:endParaRPr lang="en-US" altLang="en-US" sz="2400" dirty="0" smtClean="0"/>
          </a:p>
          <a:p>
            <a:r>
              <a:rPr lang="en-US" altLang="en-US" sz="2400" dirty="0" smtClean="0"/>
              <a:t>HRM is a system - involves phyilosophy, strategies, policies and procedures.</a:t>
            </a:r>
            <a:endParaRPr lang="en-US" altLang="en-US" sz="2400" dirty="0" smtClean="0"/>
          </a:p>
          <a:p>
            <a:endParaRPr lang="en-US" altLang="en-US" sz="2400" dirty="0" smtClean="0"/>
          </a:p>
          <a:p>
            <a:r>
              <a:rPr lang="en-US" altLang="en-US" sz="2400" dirty="0" smtClean="0"/>
              <a:t>HRM as program - activities which enable HR strategies, policies and practices to be implemented according to plan</a:t>
            </a:r>
            <a:endParaRPr lang="en-US" altLang="en-US" sz="2400" dirty="0" smtClean="0"/>
          </a:p>
          <a:p>
            <a:endParaRPr lang="en-US" alt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dirty="0" smtClean="0">
                <a:sym typeface="+mn-ea"/>
              </a:rPr>
              <a:t>Nature of Human Resource Management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Diverse;</a:t>
            </a:r>
            <a:endParaRPr lang="en-US" altLang="en-US"/>
          </a:p>
          <a:p>
            <a:r>
              <a:rPr lang="en-US" altLang="en-US"/>
              <a:t>Strategic with an emphasis on integration;</a:t>
            </a:r>
            <a:endParaRPr lang="en-US" altLang="en-US"/>
          </a:p>
          <a:p>
            <a:r>
              <a:rPr lang="en-US" altLang="en-US"/>
              <a:t>Commitment-oriented;</a:t>
            </a:r>
            <a:endParaRPr lang="en-US" altLang="en-US"/>
          </a:p>
          <a:p>
            <a:r>
              <a:rPr lang="en-US" altLang="en-US"/>
              <a:t>People as ‘human capital</a:t>
            </a:r>
            <a:endParaRPr lang="en-US" altLang="en-US"/>
          </a:p>
          <a:p>
            <a:r>
              <a:rPr lang="en-US" altLang="en-US"/>
              <a:t>Unitarist rather than pluralist, individualistic rather than collective in its approach to employee relations;</a:t>
            </a:r>
            <a:endParaRPr lang="en-US" altLang="en-US"/>
          </a:p>
          <a:p>
            <a:r>
              <a:rPr lang="en-US" altLang="en-US"/>
              <a:t>A management-driven activity </a:t>
            </a:r>
            <a:endParaRPr lang="en-US" altLang="en-US"/>
          </a:p>
          <a:p>
            <a:r>
              <a:rPr lang="en-US" altLang="en-US"/>
              <a:t>Focused on business values.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85" y="274955"/>
            <a:ext cx="9721215" cy="922655"/>
          </a:xfrm>
        </p:spPr>
        <p:txBody>
          <a:bodyPr/>
          <a:p>
            <a:r>
              <a:rPr lang="en-GB" dirty="0" smtClean="0">
                <a:sym typeface="+mn-ea"/>
              </a:rPr>
              <a:t>Objective/ need of HRM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85" y="1278890"/>
            <a:ext cx="9721215" cy="4847590"/>
          </a:xfrm>
        </p:spPr>
        <p:txBody>
          <a:bodyPr>
            <a:normAutofit fontScale="80000"/>
          </a:bodyPr>
          <a:p>
            <a:r>
              <a:rPr lang="en-US" altLang="en-US"/>
              <a:t>The overall purpose of human resource management is to ensure that the organization is able to achieve success through people.</a:t>
            </a:r>
            <a:endParaRPr lang="en-US" altLang="en-US"/>
          </a:p>
          <a:p>
            <a:r>
              <a:rPr lang="en-US" altLang="en-US" b="1"/>
              <a:t>Organizational effectiveness</a:t>
            </a:r>
            <a:endParaRPr lang="en-US" altLang="en-US" b="1"/>
          </a:p>
          <a:p>
            <a:pPr lvl="1" indent="-342900" algn="l">
              <a:buClrTx/>
              <a:buSzTx/>
              <a:buChar char="•"/>
            </a:pPr>
            <a:r>
              <a:rPr lang="en-US" altLang="en-US" sz="3000"/>
              <a:t>Developing </a:t>
            </a:r>
            <a:r>
              <a:rPr lang="en-US" altLang="en-US" sz="3200"/>
              <a:t>policies on knowledge management, talent management and creating ‘a great place to work</a:t>
            </a:r>
            <a:endParaRPr lang="en-US" altLang="en-US" sz="3200"/>
          </a:p>
          <a:p>
            <a:pPr lvl="0" algn="l">
              <a:buClrTx/>
              <a:buSzTx/>
            </a:pPr>
            <a:r>
              <a:rPr lang="en-US" altLang="en-US" sz="3200" b="1"/>
              <a:t>Human capital management</a:t>
            </a:r>
            <a:endParaRPr lang="en-US" altLang="en-US" sz="3200" b="1"/>
          </a:p>
          <a:p>
            <a:pPr lvl="1" indent="-342900" algn="l">
              <a:buClrTx/>
              <a:buSzTx/>
              <a:buChar char="•"/>
            </a:pPr>
            <a:r>
              <a:rPr lang="en-US" altLang="en-US" sz="3200"/>
              <a:t>Acquisition  and retantion  of the skilled, committed and well-motivated workforce</a:t>
            </a:r>
            <a:endParaRPr lang="en-US" altLang="en-US" sz="3200"/>
          </a:p>
          <a:p>
            <a:pPr lvl="2" indent="-342900" algn="l">
              <a:buClrTx/>
              <a:buSzTx/>
              <a:buChar char="•"/>
            </a:pPr>
            <a:r>
              <a:rPr lang="en-US" altLang="en-US" sz="3000"/>
              <a:t>Providing learning and continuous development opportunities</a:t>
            </a:r>
            <a:endParaRPr lang="en-US" altLang="en-US" sz="3000"/>
          </a:p>
          <a:p>
            <a:pPr lvl="2" indent="-342900" algn="l">
              <a:buClrTx/>
              <a:buSzTx/>
              <a:buChar char="•"/>
            </a:pPr>
            <a:r>
              <a:rPr lang="en-US" altLang="en-US" sz="3000"/>
              <a:t>recruitment and selection procedures, performance-contingent incentive compensation systems, and talent management</a:t>
            </a:r>
            <a:endParaRPr lang="en-US" altLang="en-US"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Knowledge management</a:t>
            </a:r>
            <a:endParaRPr lang="en-US" altLang="en-US"/>
          </a:p>
          <a:p>
            <a:pPr lvl="1"/>
            <a:r>
              <a:rPr lang="en-US" altLang="en-US"/>
              <a:t>‘any process or practice of creating, acquiring, capturing,sharing and using knowledge, wherever it resides, to enhance learning and performance in org’</a:t>
            </a:r>
            <a:endParaRPr lang="en-US" altLang="en-US"/>
          </a:p>
          <a:p>
            <a:pPr lvl="2"/>
            <a:r>
              <a:rPr lang="en-US" altLang="en-US"/>
              <a:t>development of firm-specific knowledge and skills that are the result of organizational learning processes.</a:t>
            </a:r>
            <a:endParaRPr lang="en-US" altLang="en-US"/>
          </a:p>
          <a:p>
            <a:r>
              <a:rPr lang="en-US" altLang="en-US"/>
              <a:t>Reward management</a:t>
            </a:r>
            <a:endParaRPr lang="en-US" altLang="en-US"/>
          </a:p>
          <a:p>
            <a:pPr lvl="1"/>
            <a:r>
              <a:rPr lang="en-US" altLang="en-US"/>
              <a:t>enhance motivation, job engagement and commitment</a:t>
            </a:r>
            <a:endParaRPr lang="en-US" altLang="en-US"/>
          </a:p>
          <a:p>
            <a:pPr lvl="2"/>
            <a:r>
              <a:rPr lang="en-US" altLang="en-US"/>
              <a:t>develop policies and processes for  valuing and rewarding people in organization.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Employee relations</a:t>
            </a:r>
            <a:endParaRPr lang="en-US" altLang="en-US"/>
          </a:p>
          <a:p>
            <a:pPr lvl="1"/>
            <a:r>
              <a:rPr lang="en-US" altLang="en-US"/>
              <a:t>create a climate to </a:t>
            </a:r>
            <a:r>
              <a:rPr lang="en-US" altLang="en-US">
                <a:sym typeface="+mn-ea"/>
              </a:rPr>
              <a:t>maintain</a:t>
            </a:r>
            <a:r>
              <a:rPr lang="en-US" altLang="en-US"/>
              <a:t> which productive and harmonious relationships can be ed through partnerships between management and employees and their rade unions.</a:t>
            </a:r>
            <a:endParaRPr lang="en-US" altLang="en-US"/>
          </a:p>
          <a:p>
            <a:pPr lvl="0"/>
            <a:r>
              <a:rPr lang="en-US" altLang="en-US"/>
              <a:t>Meeting diverse needs</a:t>
            </a:r>
            <a:endParaRPr lang="en-US" altLang="en-US"/>
          </a:p>
          <a:p>
            <a:pPr lvl="1"/>
            <a:r>
              <a:rPr lang="en-US" altLang="en-US"/>
              <a:t>develop and implement policies that balance and adapt to the needs of its stakeholders and provide for the management of a diverse workforce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Objective/ need of HRM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0068" y="1600200"/>
          <a:ext cx="9721215" cy="4686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68" y="274638"/>
            <a:ext cx="9721215" cy="868346"/>
          </a:xfrm>
        </p:spPr>
        <p:txBody>
          <a:bodyPr/>
          <a:lstStyle/>
          <a:p>
            <a:r>
              <a:rPr lang="en-GB" dirty="0" smtClean="0"/>
              <a:t>Functions of HRM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68" y="1357299"/>
            <a:ext cx="9721215" cy="4768866"/>
          </a:xfrm>
        </p:spPr>
        <p:txBody>
          <a:bodyPr>
            <a:normAutofit fontScale="77500" lnSpcReduction="20000"/>
          </a:bodyPr>
          <a:lstStyle/>
          <a:p>
            <a:r>
              <a:rPr lang="en-GB" sz="3400" b="1" dirty="0" smtClean="0"/>
              <a:t>Managerial functions</a:t>
            </a:r>
            <a:endParaRPr lang="en-GB" sz="3400" b="1" dirty="0" smtClean="0"/>
          </a:p>
          <a:p>
            <a:pPr lvl="1"/>
            <a:r>
              <a:rPr lang="en-US" sz="3400" dirty="0" smtClean="0"/>
              <a:t>Planning</a:t>
            </a:r>
            <a:endParaRPr lang="en-US" sz="3400" dirty="0" smtClean="0"/>
          </a:p>
          <a:p>
            <a:pPr lvl="1"/>
            <a:r>
              <a:rPr lang="en-US" sz="3400" dirty="0" smtClean="0"/>
              <a:t>Organization</a:t>
            </a:r>
            <a:endParaRPr lang="en-US" sz="3400" dirty="0" smtClean="0"/>
          </a:p>
          <a:p>
            <a:pPr lvl="1"/>
            <a:r>
              <a:rPr lang="en-US" sz="3400" dirty="0" smtClean="0"/>
              <a:t>Directing</a:t>
            </a:r>
            <a:endParaRPr lang="en-US" sz="3400" dirty="0" smtClean="0"/>
          </a:p>
          <a:p>
            <a:pPr lvl="1"/>
            <a:r>
              <a:rPr lang="en-US" sz="3400" dirty="0" smtClean="0"/>
              <a:t>Controlling</a:t>
            </a:r>
            <a:endParaRPr lang="en-GB" sz="3400" dirty="0" smtClean="0"/>
          </a:p>
          <a:p>
            <a:r>
              <a:rPr lang="en-GB" sz="3400" b="1" dirty="0" smtClean="0"/>
              <a:t>Operative functions</a:t>
            </a:r>
            <a:endParaRPr lang="en-GB" sz="3400" b="1" dirty="0" smtClean="0"/>
          </a:p>
          <a:p>
            <a:pPr lvl="1"/>
            <a:r>
              <a:rPr lang="en-US" sz="3400" dirty="0" smtClean="0"/>
              <a:t>Procurement of Personnel</a:t>
            </a:r>
            <a:endParaRPr lang="en-US" sz="3400" dirty="0" smtClean="0"/>
          </a:p>
          <a:p>
            <a:pPr lvl="1"/>
            <a:r>
              <a:rPr lang="en-US" sz="3400" dirty="0" smtClean="0"/>
              <a:t>Development of Personnel</a:t>
            </a:r>
            <a:endParaRPr lang="en-US" sz="3400" dirty="0" smtClean="0"/>
          </a:p>
          <a:p>
            <a:pPr lvl="1"/>
            <a:r>
              <a:rPr lang="en-US" sz="3400" dirty="0" smtClean="0"/>
              <a:t>Compensation to Personnel</a:t>
            </a:r>
            <a:endParaRPr lang="en-US" sz="3400" dirty="0" smtClean="0"/>
          </a:p>
          <a:p>
            <a:pPr lvl="1"/>
            <a:r>
              <a:rPr lang="en-US" sz="3400" dirty="0" smtClean="0"/>
              <a:t> Maintaining Good Industrial Relation</a:t>
            </a:r>
            <a:endParaRPr lang="en-US" sz="3400" dirty="0" smtClean="0"/>
          </a:p>
          <a:p>
            <a:pPr lvl="1"/>
            <a:r>
              <a:rPr lang="en-US" sz="3400" dirty="0" smtClean="0"/>
              <a:t>Record Keeping</a:t>
            </a:r>
            <a:endParaRPr lang="en-US" sz="3400" dirty="0" smtClean="0"/>
          </a:p>
          <a:p>
            <a:pPr lvl="1"/>
            <a:r>
              <a:rPr lang="en-US" sz="3400" dirty="0" smtClean="0"/>
              <a:t>Personnel Planning and Evaluation </a:t>
            </a:r>
            <a:endParaRPr lang="en-US" sz="34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Roles of HRM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Staffing </a:t>
            </a:r>
            <a:endParaRPr lang="en-GB" dirty="0" smtClean="0"/>
          </a:p>
          <a:p>
            <a:r>
              <a:rPr lang="en-US" dirty="0" smtClean="0"/>
              <a:t>Development of Workplace Policies</a:t>
            </a:r>
            <a:endParaRPr lang="en-US" dirty="0" smtClean="0"/>
          </a:p>
          <a:p>
            <a:r>
              <a:rPr lang="en-US" dirty="0" smtClean="0"/>
              <a:t>Compensation and Benefits Administration</a:t>
            </a:r>
            <a:endParaRPr lang="en-US" dirty="0" smtClean="0"/>
          </a:p>
          <a:p>
            <a:r>
              <a:rPr lang="en-US" dirty="0" smtClean="0"/>
              <a:t>Retention</a:t>
            </a:r>
            <a:endParaRPr lang="en-US" dirty="0" smtClean="0"/>
          </a:p>
          <a:p>
            <a:r>
              <a:rPr lang="en-US" dirty="0" smtClean="0"/>
              <a:t>Training and Development </a:t>
            </a:r>
            <a:endParaRPr lang="en-US" dirty="0" smtClean="0"/>
          </a:p>
          <a:p>
            <a:r>
              <a:rPr lang="en-US" dirty="0" smtClean="0"/>
              <a:t>Dealing with Laws Affecting Employment</a:t>
            </a:r>
            <a:endParaRPr lang="en-US" dirty="0" smtClean="0"/>
          </a:p>
          <a:p>
            <a:r>
              <a:rPr lang="en-US" dirty="0" smtClean="0"/>
              <a:t>Worker Protection 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3486</Words>
  <Application>WPS Presentation</Application>
  <PresentationFormat>Custom</PresentationFormat>
  <Paragraphs>96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Topic 1:  Introduction to HRM</vt:lpstr>
      <vt:lpstr>PowerPoint 演示文稿</vt:lpstr>
      <vt:lpstr>Introduction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Objective/ need of HRM</vt:lpstr>
      <vt:lpstr>Functions of HRM</vt:lpstr>
      <vt:lpstr>Roles of HRM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1:  Introduction to HRM</dc:title>
  <dc:creator>user</dc:creator>
  <cp:lastModifiedBy>ashura haji</cp:lastModifiedBy>
  <cp:revision>10</cp:revision>
  <dcterms:created xsi:type="dcterms:W3CDTF">2023-03-27T12:43:00Z</dcterms:created>
  <dcterms:modified xsi:type="dcterms:W3CDTF">2025-03-19T09:45:08Z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BC8CEA29669B4652992ADDD7A95B0FAF_13</vt:lpwstr>
  </property>
  <property fmtid="{D5CDD505-2E9C-101B-9397-08002B2CF9AE}" pid="3" name="KSOProductBuildVer">
    <vt:lpwstr>1033-12.2.0.20326</vt:lpwstr>
  </property>
</Properties>
</file>